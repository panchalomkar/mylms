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30.jpg" ContentType="image/png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8"/>
  </p:notesMasterIdLst>
  <p:sldIdLst>
    <p:sldId id="313" r:id="rId2"/>
    <p:sldId id="310" r:id="rId3"/>
    <p:sldId id="258" r:id="rId4"/>
    <p:sldId id="316" r:id="rId5"/>
    <p:sldId id="302" r:id="rId6"/>
    <p:sldId id="311" r:id="rId7"/>
    <p:sldId id="305" r:id="rId8"/>
    <p:sldId id="314" r:id="rId9"/>
    <p:sldId id="312" r:id="rId10"/>
    <p:sldId id="306" r:id="rId11"/>
    <p:sldId id="315" r:id="rId12"/>
    <p:sldId id="304" r:id="rId13"/>
    <p:sldId id="307" r:id="rId14"/>
    <p:sldId id="308" r:id="rId15"/>
    <p:sldId id="296" r:id="rId16"/>
    <p:sldId id="309" r:id="rId17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  <p:embeddedFont>
      <p:font typeface="Proxima Nova" panose="020B060402020202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3CB8F3-31F1-4786-86B9-3001CA106F82}">
          <p14:sldIdLst>
            <p14:sldId id="313"/>
            <p14:sldId id="310"/>
            <p14:sldId id="258"/>
            <p14:sldId id="316"/>
            <p14:sldId id="302"/>
            <p14:sldId id="311"/>
            <p14:sldId id="305"/>
            <p14:sldId id="314"/>
            <p14:sldId id="312"/>
            <p14:sldId id="306"/>
            <p14:sldId id="315"/>
            <p14:sldId id="304"/>
            <p14:sldId id="307"/>
            <p14:sldId id="308"/>
            <p14:sldId id="296"/>
            <p14:sldId id="309"/>
          </p14:sldIdLst>
        </p14:section>
        <p14:section name="Untitled Section" id="{8FA5194A-0271-4A6D-91D0-6BB492D8C8F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53"/>
    <a:srgbClr val="EE9806"/>
    <a:srgbClr val="043455"/>
    <a:srgbClr val="31719D"/>
    <a:srgbClr val="58BEF7"/>
    <a:srgbClr val="4487C2"/>
    <a:srgbClr val="278DDE"/>
    <a:srgbClr val="41AACE"/>
    <a:srgbClr val="FE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33B137-F87D-4E7E-8B33-7C31B7B1535C}">
  <a:tblStyle styleId="{5A33B137-F87D-4E7E-8B33-7C31B7B153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14" autoAdjust="0"/>
  </p:normalViewPr>
  <p:slideViewPr>
    <p:cSldViewPr snapToGrid="0">
      <p:cViewPr varScale="1">
        <p:scale>
          <a:sx n="43" d="100"/>
          <a:sy n="43" d="100"/>
        </p:scale>
        <p:origin x="936" y="-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4" name="Google Shape;102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3862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835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0870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6F7F1-E6CB-4536-ACBD-875434418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EF9FC-E737-4B7B-AEF3-8CCEC67A5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123F8-0574-44B1-9361-5E9EAEFE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BA460-3AB2-4E57-A9DD-9CF73858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32F81-4F3E-4FDD-882C-AEFC0871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4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37D9-FBB3-490F-AB1B-67CB24BE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BE437-DA50-4507-8DFD-5608EEEB7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603D7-F1B4-4DA4-A344-0EE44883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16562-59C2-40D9-B14E-91A8E797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1D16D-84A8-477B-9B9D-EC69C901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3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1D31-7945-4AA1-A707-11092452B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7C1AF-09D7-4165-9213-896C083A0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90A11-5F3C-4FEE-8CC3-03F96A83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FF52A-E412-48B6-A8F4-62B5E782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E3997-AB18-435B-9265-83E620AE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9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AB31-052A-491A-B04B-B901F0EE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A7E09-9498-453A-BFF5-A5DC65449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B10F9-8884-4885-8237-8AC65C6B8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99E2A-331F-4266-B5BC-060637AD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6B80C-37C6-4416-936B-19F52F63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CE512-A970-4CF7-90AA-8951E67C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80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DD4FE-5698-495D-9F20-8D5C4964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D4249-A3DE-416D-8968-375EBBE8D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881CB-7498-4EDF-81A2-E1B350DAB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01EB4-49E7-4CB0-AA27-125D6D939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A57C5E-C79A-4772-8564-2EADAC881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882AC-7115-4585-9260-2AB8FBC3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838B2-B9EF-448A-8C19-F8BF2226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D6F9D-74EF-4B3E-B664-B9042CC9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693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97F8-8087-4846-9D05-8A8FA4615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1E257-0319-4948-B8F1-DE4D2A98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50E0D-BF1D-4F82-8D62-6E5C2412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52F158-4E22-4471-9FC7-86FEE884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3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E63F2-95A4-4B91-B8DB-53DB7CB6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5A6DD-86DC-4304-B539-BD77BFD3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3C69C-AE2C-4882-9326-8B418784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38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FF08-CE7C-4AF0-8A34-C66B789E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E7CF4-E6AA-43CC-9137-ED65FE7E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4533A-248D-4B5E-B24F-0336099B4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FF8FA-0FB4-4AE5-BEBB-E8C42D3B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CECCE-D94C-4F5C-89E8-79908BA7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13125-31F3-4E38-B724-95936BF1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735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9E84-AF3B-4B3B-81B4-C4EB8CEA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5EC27-0B38-41E1-A30A-E7E8350EC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2A92A-82CC-438F-B643-2DA2371A3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7337A-D917-4F59-A962-B8EBD0EA1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EAFC1-E600-4871-90CA-75407D7A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9FD00-2BBC-4B73-AF0B-1F57C5E9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961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73DB-49F4-4AF0-8670-BBFD2B53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8E061-6715-4E28-8904-5EE30C441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7B0AF-C72E-41DB-AA9B-8FEC6C8C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2ED1F-CBEE-473A-A276-9728B99B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ABF96-9308-4506-BF55-CFF5A93B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8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F12BB-9471-413C-A0CA-3690EF250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D60D6-527E-404F-BF49-038B7FBAA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91025-F478-4BE2-AEDB-CDB8660E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4717F-B6C3-49A4-9BBF-8E26928CD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C7B5F-BA4D-4FFA-A81A-163D16B9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2583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6BACD-9A74-4865-948E-49851839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B3E8A-33BE-4B6A-94CE-FA3364B27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67BBD-5F98-476E-8987-34C714E17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2237C-BE6A-4E43-8A37-89DA3386D6D1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26DB1-F0E3-4131-B519-61ACA025A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871D7-7B3C-463D-A038-3EBBDFA70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C51F9-CB84-46DF-916A-176367922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24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jpe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4.jpg"/><Relationship Id="rId7" Type="http://schemas.openxmlformats.org/officeDocument/2006/relationships/image" Target="../media/image32.jpe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11" Type="http://schemas.openxmlformats.org/officeDocument/2006/relationships/image" Target="../media/image36.png"/><Relationship Id="rId5" Type="http://schemas.openxmlformats.org/officeDocument/2006/relationships/image" Target="../media/image30.jpg"/><Relationship Id="rId10" Type="http://schemas.openxmlformats.org/officeDocument/2006/relationships/image" Target="../media/image35.jpeg"/><Relationship Id="rId4" Type="http://schemas.openxmlformats.org/officeDocument/2006/relationships/image" Target="../media/image29.jpe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.jp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32E4E1-4BEF-4763-ADD9-C28EBDB44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FFD9EF-6ABF-4FAF-9173-232EC4D94985}"/>
              </a:ext>
            </a:extLst>
          </p:cNvPr>
          <p:cNvSpPr txBox="1"/>
          <p:nvPr/>
        </p:nvSpPr>
        <p:spPr>
          <a:xfrm>
            <a:off x="4085301" y="3598606"/>
            <a:ext cx="101173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3153"/>
                </a:solidFill>
              </a:rPr>
              <a:t>RAP Learning Solutions Private Limited</a:t>
            </a:r>
            <a:endParaRPr lang="en-US" sz="4800" dirty="0">
              <a:solidFill>
                <a:srgbClr val="00315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CD754-D35F-4B03-AE54-1B25B2692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893" y="168251"/>
            <a:ext cx="9542209" cy="326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5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FBB368-D3D1-4576-A840-682D9839A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48"/>
            <a:ext cx="18288000" cy="101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9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CD7F9D-8F83-41DE-A0D6-417EA9FE9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" y="2288377"/>
            <a:ext cx="18299816" cy="10278510"/>
          </a:xfrm>
          <a:prstGeom prst="rect">
            <a:avLst/>
          </a:prstGeom>
        </p:spPr>
      </p:pic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1C1AFC99-DF72-4F81-ABAF-9D9A8E7DBEC4}"/>
              </a:ext>
            </a:extLst>
          </p:cNvPr>
          <p:cNvSpPr/>
          <p:nvPr/>
        </p:nvSpPr>
        <p:spPr>
          <a:xfrm>
            <a:off x="115438" y="4504916"/>
            <a:ext cx="3465449" cy="2140981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56890E42-BD31-4E33-9FB1-D7A03E926E98}"/>
              </a:ext>
            </a:extLst>
          </p:cNvPr>
          <p:cNvSpPr/>
          <p:nvPr/>
        </p:nvSpPr>
        <p:spPr>
          <a:xfrm>
            <a:off x="2353960" y="2010130"/>
            <a:ext cx="3629004" cy="22103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Google Shape;115;p15">
            <a:extLst>
              <a:ext uri="{FF2B5EF4-FFF2-40B4-BE49-F238E27FC236}">
                <a16:creationId xmlns:a16="http://schemas.microsoft.com/office/drawing/2014/main" id="{4E04FB9E-8F54-4A3D-AA8F-77782347A21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2471" y="2170610"/>
            <a:ext cx="3031982" cy="190929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Flowchart: Decision 82">
            <a:extLst>
              <a:ext uri="{FF2B5EF4-FFF2-40B4-BE49-F238E27FC236}">
                <a16:creationId xmlns:a16="http://schemas.microsoft.com/office/drawing/2014/main" id="{C4AF98C5-985B-472A-9AC6-79C28628F01D}"/>
              </a:ext>
            </a:extLst>
          </p:cNvPr>
          <p:cNvSpPr/>
          <p:nvPr/>
        </p:nvSpPr>
        <p:spPr>
          <a:xfrm>
            <a:off x="5444862" y="2047425"/>
            <a:ext cx="3629004" cy="2210326"/>
          </a:xfrm>
          <a:prstGeom prst="flowChartDecision">
            <a:avLst/>
          </a:prstGeom>
          <a:solidFill>
            <a:srgbClr val="0B253E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Decision 85">
            <a:extLst>
              <a:ext uri="{FF2B5EF4-FFF2-40B4-BE49-F238E27FC236}">
                <a16:creationId xmlns:a16="http://schemas.microsoft.com/office/drawing/2014/main" id="{F00CBEE3-91D4-46B8-AC90-F659F83BFA94}"/>
              </a:ext>
            </a:extLst>
          </p:cNvPr>
          <p:cNvSpPr/>
          <p:nvPr/>
        </p:nvSpPr>
        <p:spPr>
          <a:xfrm>
            <a:off x="8585488" y="2047979"/>
            <a:ext cx="3629004" cy="2210326"/>
          </a:xfrm>
          <a:prstGeom prst="flowChartDecision">
            <a:avLst/>
          </a:prstGeom>
          <a:solidFill>
            <a:srgbClr val="FFFFFF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lowchart: Decision 92">
            <a:extLst>
              <a:ext uri="{FF2B5EF4-FFF2-40B4-BE49-F238E27FC236}">
                <a16:creationId xmlns:a16="http://schemas.microsoft.com/office/drawing/2014/main" id="{94551526-06B7-4923-A1A2-D14616067616}"/>
              </a:ext>
            </a:extLst>
          </p:cNvPr>
          <p:cNvSpPr/>
          <p:nvPr/>
        </p:nvSpPr>
        <p:spPr>
          <a:xfrm>
            <a:off x="2824479" y="4504916"/>
            <a:ext cx="3391599" cy="2131826"/>
          </a:xfrm>
          <a:prstGeom prst="flowChartDecision">
            <a:avLst/>
          </a:prstGeom>
          <a:solidFill>
            <a:srgbClr val="B92C67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Decision 93">
            <a:extLst>
              <a:ext uri="{FF2B5EF4-FFF2-40B4-BE49-F238E27FC236}">
                <a16:creationId xmlns:a16="http://schemas.microsoft.com/office/drawing/2014/main" id="{B43D7861-04C7-4248-AFAC-EBE0AC45BE64}"/>
              </a:ext>
            </a:extLst>
          </p:cNvPr>
          <p:cNvSpPr/>
          <p:nvPr/>
        </p:nvSpPr>
        <p:spPr>
          <a:xfrm>
            <a:off x="5337428" y="4548181"/>
            <a:ext cx="3391599" cy="21318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lowchart: Decision 94">
            <a:extLst>
              <a:ext uri="{FF2B5EF4-FFF2-40B4-BE49-F238E27FC236}">
                <a16:creationId xmlns:a16="http://schemas.microsoft.com/office/drawing/2014/main" id="{1394B8B5-4C67-4CAD-8C0A-7A815C74EA01}"/>
              </a:ext>
            </a:extLst>
          </p:cNvPr>
          <p:cNvSpPr/>
          <p:nvPr/>
        </p:nvSpPr>
        <p:spPr>
          <a:xfrm>
            <a:off x="8501622" y="4553319"/>
            <a:ext cx="3391599" cy="2131826"/>
          </a:xfrm>
          <a:prstGeom prst="flowChartDecision">
            <a:avLst/>
          </a:prstGeom>
          <a:solidFill>
            <a:srgbClr val="00458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Decision 97">
            <a:extLst>
              <a:ext uri="{FF2B5EF4-FFF2-40B4-BE49-F238E27FC236}">
                <a16:creationId xmlns:a16="http://schemas.microsoft.com/office/drawing/2014/main" id="{403A6C05-34A8-40BB-8A95-551BA1ECB290}"/>
              </a:ext>
            </a:extLst>
          </p:cNvPr>
          <p:cNvSpPr/>
          <p:nvPr/>
        </p:nvSpPr>
        <p:spPr>
          <a:xfrm>
            <a:off x="152104" y="6975120"/>
            <a:ext cx="3629004" cy="22103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lowchart: Decision 98">
            <a:extLst>
              <a:ext uri="{FF2B5EF4-FFF2-40B4-BE49-F238E27FC236}">
                <a16:creationId xmlns:a16="http://schemas.microsoft.com/office/drawing/2014/main" id="{6A15D300-5585-4D23-B6C0-37B1960432D2}"/>
              </a:ext>
            </a:extLst>
          </p:cNvPr>
          <p:cNvSpPr/>
          <p:nvPr/>
        </p:nvSpPr>
        <p:spPr>
          <a:xfrm>
            <a:off x="2956314" y="7039948"/>
            <a:ext cx="3629004" cy="22103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Decision 99">
            <a:extLst>
              <a:ext uri="{FF2B5EF4-FFF2-40B4-BE49-F238E27FC236}">
                <a16:creationId xmlns:a16="http://schemas.microsoft.com/office/drawing/2014/main" id="{013E587E-A48C-4CBC-9EB3-6C142ABC33E3}"/>
              </a:ext>
            </a:extLst>
          </p:cNvPr>
          <p:cNvSpPr/>
          <p:nvPr/>
        </p:nvSpPr>
        <p:spPr>
          <a:xfrm>
            <a:off x="5898700" y="7043310"/>
            <a:ext cx="3629004" cy="22103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lowchart: Decision 100">
            <a:extLst>
              <a:ext uri="{FF2B5EF4-FFF2-40B4-BE49-F238E27FC236}">
                <a16:creationId xmlns:a16="http://schemas.microsoft.com/office/drawing/2014/main" id="{3E1F0445-8504-4A8C-9A4B-FF7067C5E281}"/>
              </a:ext>
            </a:extLst>
          </p:cNvPr>
          <p:cNvSpPr/>
          <p:nvPr/>
        </p:nvSpPr>
        <p:spPr>
          <a:xfrm>
            <a:off x="8967020" y="7099013"/>
            <a:ext cx="3629004" cy="22103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" name="Google Shape;109;p15">
            <a:extLst>
              <a:ext uri="{FF2B5EF4-FFF2-40B4-BE49-F238E27FC236}">
                <a16:creationId xmlns:a16="http://schemas.microsoft.com/office/drawing/2014/main" id="{9F8B09F4-9D96-4FA9-9165-8F76A975322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237" y="2603712"/>
            <a:ext cx="1556070" cy="115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13;p15">
            <a:extLst>
              <a:ext uri="{FF2B5EF4-FFF2-40B4-BE49-F238E27FC236}">
                <a16:creationId xmlns:a16="http://schemas.microsoft.com/office/drawing/2014/main" id="{9A2FCDBD-7DF3-458F-AD59-4E5B39C0CADA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3333863" y="7001829"/>
            <a:ext cx="2632529" cy="233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3;p15">
            <a:extLst>
              <a:ext uri="{FF2B5EF4-FFF2-40B4-BE49-F238E27FC236}">
                <a16:creationId xmlns:a16="http://schemas.microsoft.com/office/drawing/2014/main" id="{72CC01D6-AE24-4DCE-AECD-0118DD28402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2507" y="7705903"/>
            <a:ext cx="2085637" cy="70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14;p15">
            <a:extLst>
              <a:ext uri="{FF2B5EF4-FFF2-40B4-BE49-F238E27FC236}">
                <a16:creationId xmlns:a16="http://schemas.microsoft.com/office/drawing/2014/main" id="{BA91236E-ED88-4732-A41E-79FFA6650F6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06933" y="7022637"/>
            <a:ext cx="2436336" cy="213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4;p15">
            <a:extLst>
              <a:ext uri="{FF2B5EF4-FFF2-40B4-BE49-F238E27FC236}">
                <a16:creationId xmlns:a16="http://schemas.microsoft.com/office/drawing/2014/main" id="{FBDDEEFC-E314-4D01-A858-C6A8E9644418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54774" y="7358347"/>
            <a:ext cx="2702817" cy="1608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12;p15">
            <a:extLst>
              <a:ext uri="{FF2B5EF4-FFF2-40B4-BE49-F238E27FC236}">
                <a16:creationId xmlns:a16="http://schemas.microsoft.com/office/drawing/2014/main" id="{4F309345-7549-4341-A3F8-D1CAEF3A7885}"/>
              </a:ext>
            </a:extLst>
          </p:cNvPr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8910372" y="4704322"/>
            <a:ext cx="2526002" cy="1970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3;p15">
            <a:extLst>
              <a:ext uri="{FF2B5EF4-FFF2-40B4-BE49-F238E27FC236}">
                <a16:creationId xmlns:a16="http://schemas.microsoft.com/office/drawing/2014/main" id="{D45F9BB9-BA97-468D-8FD1-A3B433FDB2C9}"/>
              </a:ext>
            </a:extLst>
          </p:cNvPr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5551774" y="2369781"/>
            <a:ext cx="3153778" cy="168629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Flowchart: Decision 86">
            <a:extLst>
              <a:ext uri="{FF2B5EF4-FFF2-40B4-BE49-F238E27FC236}">
                <a16:creationId xmlns:a16="http://schemas.microsoft.com/office/drawing/2014/main" id="{0CC6434C-A53E-4051-B0EF-FD5AB60B9227}"/>
              </a:ext>
            </a:extLst>
          </p:cNvPr>
          <p:cNvSpPr/>
          <p:nvPr/>
        </p:nvSpPr>
        <p:spPr>
          <a:xfrm>
            <a:off x="11655400" y="4633761"/>
            <a:ext cx="3391599" cy="21318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Decision 91">
            <a:extLst>
              <a:ext uri="{FF2B5EF4-FFF2-40B4-BE49-F238E27FC236}">
                <a16:creationId xmlns:a16="http://schemas.microsoft.com/office/drawing/2014/main" id="{30107673-0814-40BC-A017-9A54BCA14866}"/>
              </a:ext>
            </a:extLst>
          </p:cNvPr>
          <p:cNvSpPr/>
          <p:nvPr/>
        </p:nvSpPr>
        <p:spPr>
          <a:xfrm>
            <a:off x="14680634" y="4633761"/>
            <a:ext cx="3520144" cy="224961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Google Shape;105;p15">
            <a:extLst>
              <a:ext uri="{FF2B5EF4-FFF2-40B4-BE49-F238E27FC236}">
                <a16:creationId xmlns:a16="http://schemas.microsoft.com/office/drawing/2014/main" id="{BEDB53C5-EA4D-4E3E-ADA6-B96C1BE76874}"/>
              </a:ext>
            </a:extLst>
          </p:cNvPr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15304942" y="5309680"/>
            <a:ext cx="2276221" cy="94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08;p15">
            <a:extLst>
              <a:ext uri="{FF2B5EF4-FFF2-40B4-BE49-F238E27FC236}">
                <a16:creationId xmlns:a16="http://schemas.microsoft.com/office/drawing/2014/main" id="{AB726B57-D555-4752-A7F3-9AFC74BFEB61}"/>
              </a:ext>
            </a:extLst>
          </p:cNvPr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6322475" y="4566030"/>
            <a:ext cx="1929865" cy="186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Flowchart: Decision 87">
            <a:extLst>
              <a:ext uri="{FF2B5EF4-FFF2-40B4-BE49-F238E27FC236}">
                <a16:creationId xmlns:a16="http://schemas.microsoft.com/office/drawing/2014/main" id="{0839A04D-8E50-40FE-8412-33C4D3E2666F}"/>
              </a:ext>
            </a:extLst>
          </p:cNvPr>
          <p:cNvSpPr/>
          <p:nvPr/>
        </p:nvSpPr>
        <p:spPr>
          <a:xfrm>
            <a:off x="11882309" y="7125314"/>
            <a:ext cx="3629004" cy="22103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Decision 34">
            <a:extLst>
              <a:ext uri="{FF2B5EF4-FFF2-40B4-BE49-F238E27FC236}">
                <a16:creationId xmlns:a16="http://schemas.microsoft.com/office/drawing/2014/main" id="{0839A04D-8E50-40FE-8412-33C4D3E2666F}"/>
              </a:ext>
            </a:extLst>
          </p:cNvPr>
          <p:cNvSpPr/>
          <p:nvPr/>
        </p:nvSpPr>
        <p:spPr>
          <a:xfrm>
            <a:off x="11702287" y="2010130"/>
            <a:ext cx="3629004" cy="22103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0839A04D-8E50-40FE-8412-33C4D3E2666F}"/>
              </a:ext>
            </a:extLst>
          </p:cNvPr>
          <p:cNvSpPr/>
          <p:nvPr/>
        </p:nvSpPr>
        <p:spPr>
          <a:xfrm>
            <a:off x="14584510" y="7243767"/>
            <a:ext cx="3629004" cy="2210326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" name="Google Shape;102;p15">
            <a:extLst>
              <a:ext uri="{FF2B5EF4-FFF2-40B4-BE49-F238E27FC236}">
                <a16:creationId xmlns:a16="http://schemas.microsoft.com/office/drawing/2014/main" id="{3D8D434C-727C-413B-B3E3-FE292502F80C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364499" y="7939501"/>
            <a:ext cx="2471569" cy="818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06;p15">
            <a:extLst>
              <a:ext uri="{FF2B5EF4-FFF2-40B4-BE49-F238E27FC236}">
                <a16:creationId xmlns:a16="http://schemas.microsoft.com/office/drawing/2014/main" id="{634D9338-F2B0-432B-B5FB-3010DFB5D2B8}"/>
              </a:ext>
            </a:extLst>
          </p:cNvPr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12820589" y="7517637"/>
            <a:ext cx="1529122" cy="1529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2454" y="2475604"/>
            <a:ext cx="2823951" cy="10319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138" y="5365171"/>
            <a:ext cx="2135087" cy="663758"/>
          </a:xfrm>
          <a:prstGeom prst="rect">
            <a:avLst/>
          </a:prstGeom>
        </p:spPr>
      </p:pic>
      <p:sp>
        <p:nvSpPr>
          <p:cNvPr id="38" name="Google Shape;190;p11">
            <a:extLst>
              <a:ext uri="{FF2B5EF4-FFF2-40B4-BE49-F238E27FC236}">
                <a16:creationId xmlns:a16="http://schemas.microsoft.com/office/drawing/2014/main" id="{CC151B40-BE75-4DBB-B795-FBB6F9213A2D}"/>
              </a:ext>
            </a:extLst>
          </p:cNvPr>
          <p:cNvSpPr txBox="1"/>
          <p:nvPr/>
        </p:nvSpPr>
        <p:spPr>
          <a:xfrm>
            <a:off x="905993" y="409978"/>
            <a:ext cx="16122054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" sz="4400" b="1" dirty="0">
                <a:solidFill>
                  <a:srgbClr val="EE9806"/>
                </a:solidFill>
                <a:latin typeface="Proxima Nova"/>
                <a:ea typeface="Proxima Nova"/>
                <a:cs typeface="Proxima Nova"/>
                <a:sym typeface="Proxima Nova"/>
              </a:rPr>
              <a:t>Our Esteemed Clients</a:t>
            </a:r>
            <a:endParaRPr sz="4400" dirty="0">
              <a:solidFill>
                <a:srgbClr val="EE980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844488-96B0-4CC2-998C-45A5E80CD09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036" y="5335674"/>
            <a:ext cx="2276123" cy="497902"/>
          </a:xfrm>
          <a:prstGeom prst="rect">
            <a:avLst/>
          </a:prstGeom>
        </p:spPr>
      </p:pic>
      <p:pic>
        <p:nvPicPr>
          <p:cNvPr id="113" name="Google Shape;110;p15">
            <a:extLst>
              <a:ext uri="{FF2B5EF4-FFF2-40B4-BE49-F238E27FC236}">
                <a16:creationId xmlns:a16="http://schemas.microsoft.com/office/drawing/2014/main" id="{D446CDE8-6708-401F-87CE-D0259E51D46C}"/>
              </a:ext>
            </a:extLst>
          </p:cNvPr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3502147" y="4809231"/>
            <a:ext cx="1955021" cy="1434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DE9D5D8-47A3-40E6-A719-8B304D6D4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915" y="12615"/>
            <a:ext cx="18299816" cy="10278510"/>
          </a:xfrm>
          <a:prstGeom prst="rect">
            <a:avLst/>
          </a:prstGeom>
          <a:solidFill>
            <a:srgbClr val="003153"/>
          </a:solidFill>
        </p:spPr>
      </p:pic>
      <p:sp>
        <p:nvSpPr>
          <p:cNvPr id="34" name="Google Shape;121;p16">
            <a:extLst>
              <a:ext uri="{FF2B5EF4-FFF2-40B4-BE49-F238E27FC236}">
                <a16:creationId xmlns:a16="http://schemas.microsoft.com/office/drawing/2014/main" id="{22C203CC-9159-433D-A716-22D891D5C005}"/>
              </a:ext>
            </a:extLst>
          </p:cNvPr>
          <p:cNvSpPr txBox="1">
            <a:spLocks/>
          </p:cNvSpPr>
          <p:nvPr/>
        </p:nvSpPr>
        <p:spPr>
          <a:xfrm>
            <a:off x="4473799" y="818405"/>
            <a:ext cx="9340402" cy="1437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4000" b="1" dirty="0">
                <a:solidFill>
                  <a:srgbClr val="EE9806"/>
                </a:solidFill>
                <a:latin typeface="Proxima Nova"/>
                <a:ea typeface="Proxima Nova"/>
                <a:cs typeface="Proxima Nova"/>
                <a:sym typeface="Proxima Nova"/>
              </a:rPr>
              <a:t>RAP LMS History</a:t>
            </a:r>
            <a:r>
              <a:rPr lang="en-US" sz="4000" b="1" dirty="0">
                <a:solidFill>
                  <a:schemeClr val="tx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AEC2790B-7FD0-4E25-B176-9E70BA7C9171}"/>
              </a:ext>
            </a:extLst>
          </p:cNvPr>
          <p:cNvSpPr/>
          <p:nvPr/>
        </p:nvSpPr>
        <p:spPr>
          <a:xfrm>
            <a:off x="760263" y="2143198"/>
            <a:ext cx="16358618" cy="621495"/>
          </a:xfrm>
          <a:prstGeom prst="homePlat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468646EB-5A4C-4B1E-B670-F670C2CDE757}"/>
              </a:ext>
            </a:extLst>
          </p:cNvPr>
          <p:cNvSpPr/>
          <p:nvPr/>
        </p:nvSpPr>
        <p:spPr>
          <a:xfrm>
            <a:off x="788110" y="3187515"/>
            <a:ext cx="15661691" cy="885527"/>
          </a:xfrm>
          <a:prstGeom prst="homePlat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Google Shape;122;p16">
            <a:extLst>
              <a:ext uri="{FF2B5EF4-FFF2-40B4-BE49-F238E27FC236}">
                <a16:creationId xmlns:a16="http://schemas.microsoft.com/office/drawing/2014/main" id="{2A50FF7B-D317-4FEA-89E6-8B4F208857C3}"/>
              </a:ext>
            </a:extLst>
          </p:cNvPr>
          <p:cNvSpPr txBox="1">
            <a:spLocks/>
          </p:cNvSpPr>
          <p:nvPr/>
        </p:nvSpPr>
        <p:spPr>
          <a:xfrm>
            <a:off x="950795" y="2187798"/>
            <a:ext cx="5314485" cy="6214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indent="0">
              <a:lnSpc>
                <a:spcPct val="100000"/>
              </a:lnSpc>
              <a:spcBef>
                <a:spcPts val="0"/>
              </a:spcBef>
              <a:buClr>
                <a:srgbClr val="637AB0"/>
              </a:buClr>
              <a:buSzPts val="1450"/>
              <a:buNone/>
            </a:pPr>
            <a:r>
              <a:rPr lang="en-US" sz="2800" b="1" dirty="0">
                <a:solidFill>
                  <a:srgbClr val="003153"/>
                </a:solidFill>
                <a:latin typeface="Proxima Nova"/>
                <a:ea typeface="Proxima Nova"/>
                <a:cs typeface="Proxima Nova"/>
                <a:sym typeface="Proxima Nova"/>
              </a:rPr>
              <a:t>Headquartered in India, Pune</a:t>
            </a:r>
          </a:p>
          <a:p>
            <a:pPr marL="457200" indent="0">
              <a:lnSpc>
                <a:spcPct val="100000"/>
              </a:lnSpc>
              <a:spcBef>
                <a:spcPts val="200"/>
              </a:spcBef>
              <a:buNone/>
            </a:pPr>
            <a:endParaRPr lang="en-US" sz="2800" b="1" dirty="0">
              <a:solidFill>
                <a:srgbClr val="00315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759A19-D03F-461B-B73D-A1EAD78C98ED}"/>
              </a:ext>
            </a:extLst>
          </p:cNvPr>
          <p:cNvSpPr/>
          <p:nvPr/>
        </p:nvSpPr>
        <p:spPr>
          <a:xfrm>
            <a:off x="914901" y="3215134"/>
            <a:ext cx="15534900" cy="10308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36525" defTabSz="1371600">
              <a:buClr>
                <a:srgbClr val="637AB0"/>
              </a:buClr>
              <a:buSzPts val="1450"/>
            </a:pP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RAP Tech Solutions is a leading provider of complete e-learning technologies and solutions to small and large enterprises and educational institutes</a:t>
            </a:r>
          </a:p>
          <a:p>
            <a:pPr marL="136525" defTabSz="1371600">
              <a:buClr>
                <a:srgbClr val="637AB0"/>
              </a:buClr>
              <a:buSzPts val="1450"/>
            </a:pPr>
            <a:endParaRPr lang="en-US" sz="2800" b="1" dirty="0">
              <a:solidFill>
                <a:srgbClr val="003153"/>
              </a:solidFill>
              <a:latin typeface="Proxima Nova"/>
              <a:cs typeface="Proxima Nova"/>
              <a:sym typeface="Proxima Nova"/>
            </a:endParaRP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5F2A1AE4-6470-4448-9038-2BB0F2DD8A14}"/>
              </a:ext>
            </a:extLst>
          </p:cNvPr>
          <p:cNvSpPr/>
          <p:nvPr/>
        </p:nvSpPr>
        <p:spPr>
          <a:xfrm>
            <a:off x="772224" y="4497555"/>
            <a:ext cx="15283673" cy="885527"/>
          </a:xfrm>
          <a:prstGeom prst="homePlat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8B57A7-6002-4C30-948A-76CECABE2A60}"/>
              </a:ext>
            </a:extLst>
          </p:cNvPr>
          <p:cNvSpPr/>
          <p:nvPr/>
        </p:nvSpPr>
        <p:spPr>
          <a:xfrm>
            <a:off x="950795" y="4488977"/>
            <a:ext cx="15283673" cy="10308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36525" defTabSz="1371600">
              <a:buClr>
                <a:srgbClr val="637AB0"/>
              </a:buClr>
              <a:buSzPts val="1450"/>
            </a:pP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RAP has been delivering eLearning services for past 6 years to a variety of industries (BFSI, Oil &amp; Gas, Mfg., Educational and many more..)</a:t>
            </a:r>
          </a:p>
          <a:p>
            <a:pPr marL="136525" defTabSz="1371600">
              <a:buClr>
                <a:srgbClr val="637AB0"/>
              </a:buClr>
              <a:buSzPts val="1450"/>
            </a:pPr>
            <a:endParaRPr lang="en-US" sz="2800" b="1" dirty="0">
              <a:solidFill>
                <a:srgbClr val="003153"/>
              </a:solidFill>
              <a:latin typeface="Proxima Nova"/>
              <a:cs typeface="Proxima Nova"/>
              <a:sym typeface="Proxima Nova"/>
            </a:endParaRP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1FA4E67E-7876-4618-BC2A-13C7FF506D58}"/>
              </a:ext>
            </a:extLst>
          </p:cNvPr>
          <p:cNvSpPr/>
          <p:nvPr/>
        </p:nvSpPr>
        <p:spPr>
          <a:xfrm>
            <a:off x="721368" y="5805904"/>
            <a:ext cx="14587458" cy="1319227"/>
          </a:xfrm>
          <a:prstGeom prst="homePlat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7DAB0-0F28-4B8B-A96C-0D28814D9CF8}"/>
              </a:ext>
            </a:extLst>
          </p:cNvPr>
          <p:cNvSpPr/>
          <p:nvPr/>
        </p:nvSpPr>
        <p:spPr>
          <a:xfrm>
            <a:off x="924876" y="5717413"/>
            <a:ext cx="13882505" cy="16004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6525" defTabSz="1371600">
              <a:buClr>
                <a:srgbClr val="637AB0"/>
              </a:buClr>
              <a:buSzPts val="1450"/>
            </a:pP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RAP Tech Solutions understands the unique needs and requirements of international clients offering LMS implementation, consulting, support, hosting, training and course creation</a:t>
            </a:r>
          </a:p>
          <a:p>
            <a:pPr marL="136525" defTabSz="1371600">
              <a:buClr>
                <a:srgbClr val="637AB0"/>
              </a:buClr>
              <a:buSzPts val="1450"/>
            </a:pPr>
            <a:endParaRPr lang="en-US" sz="2800" b="1" dirty="0">
              <a:solidFill>
                <a:srgbClr val="003153"/>
              </a:solidFill>
              <a:latin typeface="Proxima Nova"/>
              <a:cs typeface="Proxima Nova"/>
              <a:sym typeface="Proxima Nova"/>
            </a:endParaRP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C5AB4F46-2A1F-4100-840C-8DCA14A15680}"/>
              </a:ext>
            </a:extLst>
          </p:cNvPr>
          <p:cNvSpPr/>
          <p:nvPr/>
        </p:nvSpPr>
        <p:spPr>
          <a:xfrm>
            <a:off x="716441" y="7506758"/>
            <a:ext cx="13666710" cy="885527"/>
          </a:xfrm>
          <a:prstGeom prst="homePlat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6328E-933E-4DF0-9F04-0DCFFE9F629C}"/>
              </a:ext>
            </a:extLst>
          </p:cNvPr>
          <p:cNvSpPr/>
          <p:nvPr/>
        </p:nvSpPr>
        <p:spPr>
          <a:xfrm>
            <a:off x="914901" y="7509772"/>
            <a:ext cx="11728498" cy="10285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36525" defTabSz="1371600">
              <a:buClr>
                <a:srgbClr val="637AB0"/>
              </a:buClr>
              <a:buSzPts val="1450"/>
            </a:pP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RAP LMS has over 100 integrations with different applications such as Salesforce, Peoplesoft, WebEx, SIS etc. </a:t>
            </a:r>
          </a:p>
          <a:p>
            <a:pPr marL="136525" defTabSz="1371600">
              <a:buClr>
                <a:srgbClr val="637AB0"/>
              </a:buClr>
              <a:buSzPts val="1450"/>
            </a:pPr>
            <a:endParaRPr lang="en-US" sz="2800" b="1" dirty="0">
              <a:solidFill>
                <a:srgbClr val="003153"/>
              </a:solidFill>
              <a:latin typeface="Proxima Nova"/>
              <a:cs typeface="Proxima Nova"/>
              <a:sym typeface="Proxima Nova"/>
            </a:endParaRP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564C9833-F475-49DD-96E4-A523D07B719C}"/>
              </a:ext>
            </a:extLst>
          </p:cNvPr>
          <p:cNvSpPr/>
          <p:nvPr/>
        </p:nvSpPr>
        <p:spPr>
          <a:xfrm>
            <a:off x="772224" y="8760525"/>
            <a:ext cx="13041977" cy="1084123"/>
          </a:xfrm>
          <a:prstGeom prst="homePlat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176059-77AF-4B3E-8231-F0ED7AB164E9}"/>
              </a:ext>
            </a:extLst>
          </p:cNvPr>
          <p:cNvSpPr/>
          <p:nvPr/>
        </p:nvSpPr>
        <p:spPr>
          <a:xfrm>
            <a:off x="950795" y="8842722"/>
            <a:ext cx="9733434" cy="10285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36525" defTabSz="1371600">
              <a:buClr>
                <a:srgbClr val="637AB0"/>
              </a:buClr>
              <a:buSzPts val="1450"/>
            </a:pP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We are driven by </a:t>
            </a:r>
            <a:r>
              <a:rPr lang="en-US" sz="2800" b="1" dirty="0">
                <a:solidFill>
                  <a:srgbClr val="EE9806"/>
                </a:solidFill>
                <a:latin typeface="Proxima Nova"/>
                <a:cs typeface="Proxima Nova"/>
                <a:sym typeface="Proxima Nova"/>
              </a:rPr>
              <a:t>SPEED</a:t>
            </a: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 and </a:t>
            </a:r>
            <a:r>
              <a:rPr lang="en-US" sz="2800" b="1" dirty="0">
                <a:solidFill>
                  <a:srgbClr val="EE9806"/>
                </a:solidFill>
                <a:latin typeface="Proxima Nova"/>
                <a:cs typeface="Proxima Nova"/>
                <a:sym typeface="Proxima Nova"/>
              </a:rPr>
              <a:t>EFFICIENCY </a:t>
            </a: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to produce </a:t>
            </a:r>
          </a:p>
          <a:p>
            <a:pPr marL="136525" defTabSz="1371600">
              <a:buClr>
                <a:srgbClr val="637AB0"/>
              </a:buClr>
              <a:buSzPts val="1450"/>
            </a:pP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Superior quality </a:t>
            </a:r>
            <a:r>
              <a:rPr lang="en-US" sz="2800" b="1" dirty="0">
                <a:solidFill>
                  <a:srgbClr val="EE9806"/>
                </a:solidFill>
                <a:latin typeface="Proxima Nova"/>
                <a:cs typeface="Proxima Nova"/>
                <a:sym typeface="Proxima Nova"/>
              </a:rPr>
              <a:t>SOLUTIONS</a:t>
            </a:r>
            <a:r>
              <a:rPr lang="en-US" sz="28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 for our customers</a:t>
            </a:r>
            <a:endParaRPr lang="en-US" sz="2800" b="1" dirty="0">
              <a:solidFill>
                <a:srgbClr val="003153"/>
              </a:solidFill>
              <a:latin typeface="Proxima Nova"/>
              <a:cs typeface="Proxima Nova"/>
              <a:sym typeface="Calibri"/>
            </a:endParaRPr>
          </a:p>
        </p:txBody>
      </p:sp>
      <p:sp>
        <p:nvSpPr>
          <p:cNvPr id="37" name="Arrow: Notched Right 36">
            <a:extLst>
              <a:ext uri="{FF2B5EF4-FFF2-40B4-BE49-F238E27FC236}">
                <a16:creationId xmlns:a16="http://schemas.microsoft.com/office/drawing/2014/main" id="{B0A31B0D-D3B2-4C3F-A6A9-B47B309A4F9B}"/>
              </a:ext>
            </a:extLst>
          </p:cNvPr>
          <p:cNvSpPr/>
          <p:nvPr/>
        </p:nvSpPr>
        <p:spPr>
          <a:xfrm>
            <a:off x="354689" y="8989849"/>
            <a:ext cx="706054" cy="596455"/>
          </a:xfrm>
          <a:prstGeom prst="notchedRightArrow">
            <a:avLst/>
          </a:prstGeom>
          <a:solidFill>
            <a:srgbClr val="EE98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Notched Right 37">
            <a:extLst>
              <a:ext uri="{FF2B5EF4-FFF2-40B4-BE49-F238E27FC236}">
                <a16:creationId xmlns:a16="http://schemas.microsoft.com/office/drawing/2014/main" id="{A7493DCD-E5BE-4724-81B4-2AC5FB8BB146}"/>
              </a:ext>
            </a:extLst>
          </p:cNvPr>
          <p:cNvSpPr/>
          <p:nvPr/>
        </p:nvSpPr>
        <p:spPr>
          <a:xfrm>
            <a:off x="296804" y="7686129"/>
            <a:ext cx="706054" cy="596455"/>
          </a:xfrm>
          <a:prstGeom prst="notchedRightArrow">
            <a:avLst/>
          </a:prstGeom>
          <a:solidFill>
            <a:srgbClr val="0031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Notched Right 38">
            <a:extLst>
              <a:ext uri="{FF2B5EF4-FFF2-40B4-BE49-F238E27FC236}">
                <a16:creationId xmlns:a16="http://schemas.microsoft.com/office/drawing/2014/main" id="{A1692468-9E7A-4877-9444-D1558E8551D1}"/>
              </a:ext>
            </a:extLst>
          </p:cNvPr>
          <p:cNvSpPr/>
          <p:nvPr/>
        </p:nvSpPr>
        <p:spPr>
          <a:xfrm>
            <a:off x="296426" y="6204891"/>
            <a:ext cx="706054" cy="596455"/>
          </a:xfrm>
          <a:prstGeom prst="notchedRightArrow">
            <a:avLst/>
          </a:prstGeom>
          <a:solidFill>
            <a:srgbClr val="EE98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Notched Right 39">
            <a:extLst>
              <a:ext uri="{FF2B5EF4-FFF2-40B4-BE49-F238E27FC236}">
                <a16:creationId xmlns:a16="http://schemas.microsoft.com/office/drawing/2014/main" id="{EB52918A-F8B3-4848-8D65-ECE196EFEBDB}"/>
              </a:ext>
            </a:extLst>
          </p:cNvPr>
          <p:cNvSpPr/>
          <p:nvPr/>
        </p:nvSpPr>
        <p:spPr>
          <a:xfrm>
            <a:off x="354652" y="4642090"/>
            <a:ext cx="706054" cy="596455"/>
          </a:xfrm>
          <a:prstGeom prst="notchedRightArrow">
            <a:avLst/>
          </a:prstGeom>
          <a:solidFill>
            <a:srgbClr val="0031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Notched Right 40">
            <a:extLst>
              <a:ext uri="{FF2B5EF4-FFF2-40B4-BE49-F238E27FC236}">
                <a16:creationId xmlns:a16="http://schemas.microsoft.com/office/drawing/2014/main" id="{627DD217-5D1A-43EE-A3AB-5B9EBF27B249}"/>
              </a:ext>
            </a:extLst>
          </p:cNvPr>
          <p:cNvSpPr/>
          <p:nvPr/>
        </p:nvSpPr>
        <p:spPr>
          <a:xfrm>
            <a:off x="364124" y="3345268"/>
            <a:ext cx="706054" cy="596455"/>
          </a:xfrm>
          <a:prstGeom prst="notchedRightArrow">
            <a:avLst/>
          </a:prstGeom>
          <a:solidFill>
            <a:srgbClr val="EE98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Notched Right 41">
            <a:extLst>
              <a:ext uri="{FF2B5EF4-FFF2-40B4-BE49-F238E27FC236}">
                <a16:creationId xmlns:a16="http://schemas.microsoft.com/office/drawing/2014/main" id="{FCE40991-48C7-4AD1-A211-68DAA7D68261}"/>
              </a:ext>
            </a:extLst>
          </p:cNvPr>
          <p:cNvSpPr/>
          <p:nvPr/>
        </p:nvSpPr>
        <p:spPr>
          <a:xfrm>
            <a:off x="325661" y="2159049"/>
            <a:ext cx="706054" cy="596455"/>
          </a:xfrm>
          <a:prstGeom prst="notchedRightArrow">
            <a:avLst/>
          </a:prstGeom>
          <a:solidFill>
            <a:srgbClr val="0031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23FA3B-7ADF-45BB-84B1-8B7A59CB1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lasticWrap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22808" y="7002381"/>
            <a:ext cx="1603471" cy="16034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1314A6-5603-4D63-9C04-4D862F092BF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4722457" y="8035563"/>
            <a:ext cx="3328373" cy="24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1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C069EC-E724-474A-B5CE-5D54DBEB6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4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5059AB-B231-42EA-A1C1-2126BAAE3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5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B61D8C-6115-445A-9DCB-6BF1F357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48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EDB35E-1691-45F6-BFBB-7C464247A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89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DC4E48-2B4F-4065-8141-0CCF5C384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53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6DA93-2BF9-4DD6-905A-EC9D1E0BB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23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>
            <a:extLst>
              <a:ext uri="{FF2B5EF4-FFF2-40B4-BE49-F238E27FC236}">
                <a16:creationId xmlns:a16="http://schemas.microsoft.com/office/drawing/2014/main" id="{1BBAB17A-6627-48F4-83F5-F79CA71AD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816" y="8490"/>
            <a:ext cx="18299816" cy="10278510"/>
          </a:xfrm>
          <a:prstGeom prst="rect">
            <a:avLst/>
          </a:prstGeom>
        </p:spPr>
      </p:pic>
      <p:sp>
        <p:nvSpPr>
          <p:cNvPr id="77" name="Oval 76">
            <a:extLst>
              <a:ext uri="{FF2B5EF4-FFF2-40B4-BE49-F238E27FC236}">
                <a16:creationId xmlns:a16="http://schemas.microsoft.com/office/drawing/2014/main" id="{3DB3FBB1-61B0-4457-B061-8C1AA8788A1C}"/>
              </a:ext>
            </a:extLst>
          </p:cNvPr>
          <p:cNvSpPr/>
          <p:nvPr/>
        </p:nvSpPr>
        <p:spPr>
          <a:xfrm>
            <a:off x="5071180" y="846798"/>
            <a:ext cx="2764074" cy="2316112"/>
          </a:xfrm>
          <a:prstGeom prst="ellipse">
            <a:avLst/>
          </a:prstGeom>
          <a:noFill/>
          <a:ln>
            <a:solidFill>
              <a:srgbClr val="0031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3153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BE3E520-B885-48D3-94A6-33C8D02E59C2}"/>
              </a:ext>
            </a:extLst>
          </p:cNvPr>
          <p:cNvSpPr/>
          <p:nvPr/>
        </p:nvSpPr>
        <p:spPr>
          <a:xfrm>
            <a:off x="2523349" y="2763318"/>
            <a:ext cx="2764074" cy="2316112"/>
          </a:xfrm>
          <a:prstGeom prst="ellipse">
            <a:avLst/>
          </a:prstGeom>
          <a:solidFill>
            <a:schemeClr val="bg1"/>
          </a:solidFill>
          <a:ln>
            <a:solidFill>
              <a:srgbClr val="0031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983F55D-1BCD-4E8C-9315-81F3E35417E1}"/>
              </a:ext>
            </a:extLst>
          </p:cNvPr>
          <p:cNvSpPr/>
          <p:nvPr/>
        </p:nvSpPr>
        <p:spPr>
          <a:xfrm>
            <a:off x="2322967" y="5431400"/>
            <a:ext cx="2764074" cy="2316112"/>
          </a:xfrm>
          <a:prstGeom prst="ellipse">
            <a:avLst/>
          </a:prstGeom>
          <a:solidFill>
            <a:schemeClr val="bg1"/>
          </a:solidFill>
          <a:ln>
            <a:solidFill>
              <a:srgbClr val="0031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456990F-F641-44A7-ACE9-0315E5889755}"/>
              </a:ext>
            </a:extLst>
          </p:cNvPr>
          <p:cNvSpPr/>
          <p:nvPr/>
        </p:nvSpPr>
        <p:spPr>
          <a:xfrm>
            <a:off x="4530255" y="7355451"/>
            <a:ext cx="2764074" cy="2316112"/>
          </a:xfrm>
          <a:prstGeom prst="ellipse">
            <a:avLst/>
          </a:prstGeom>
          <a:solidFill>
            <a:schemeClr val="bg1"/>
          </a:solidFill>
          <a:ln>
            <a:solidFill>
              <a:srgbClr val="0031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D247A22-82BD-4BAC-A147-CBADF55F13F1}"/>
              </a:ext>
            </a:extLst>
          </p:cNvPr>
          <p:cNvSpPr/>
          <p:nvPr/>
        </p:nvSpPr>
        <p:spPr>
          <a:xfrm>
            <a:off x="7909450" y="7510308"/>
            <a:ext cx="2764074" cy="2316112"/>
          </a:xfrm>
          <a:prstGeom prst="ellipse">
            <a:avLst/>
          </a:prstGeom>
          <a:solidFill>
            <a:schemeClr val="bg1"/>
          </a:solidFill>
          <a:ln>
            <a:solidFill>
              <a:srgbClr val="0031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B4C9E5F-C673-4716-A178-A5859A65266B}"/>
              </a:ext>
            </a:extLst>
          </p:cNvPr>
          <p:cNvSpPr/>
          <p:nvPr/>
        </p:nvSpPr>
        <p:spPr>
          <a:xfrm>
            <a:off x="11149781" y="6951097"/>
            <a:ext cx="2764074" cy="2316112"/>
          </a:xfrm>
          <a:prstGeom prst="ellipse">
            <a:avLst/>
          </a:prstGeom>
          <a:solidFill>
            <a:schemeClr val="bg1"/>
          </a:solidFill>
          <a:ln>
            <a:solidFill>
              <a:srgbClr val="0031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AD4FF10-74B7-492A-B620-C028839A2196}"/>
              </a:ext>
            </a:extLst>
          </p:cNvPr>
          <p:cNvSpPr/>
          <p:nvPr/>
        </p:nvSpPr>
        <p:spPr>
          <a:xfrm>
            <a:off x="12654727" y="4571077"/>
            <a:ext cx="2764074" cy="2316112"/>
          </a:xfrm>
          <a:prstGeom prst="ellipse">
            <a:avLst/>
          </a:prstGeom>
          <a:solidFill>
            <a:schemeClr val="bg1"/>
          </a:solidFill>
          <a:ln>
            <a:solidFill>
              <a:srgbClr val="0031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BB0C802-B8E0-499A-89C0-3D07B0BB3E6B}"/>
              </a:ext>
            </a:extLst>
          </p:cNvPr>
          <p:cNvSpPr/>
          <p:nvPr/>
        </p:nvSpPr>
        <p:spPr>
          <a:xfrm>
            <a:off x="11812852" y="1843242"/>
            <a:ext cx="2764074" cy="231611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93DAAAE-6C97-45D2-8CEE-ED3CC8FC14F3}"/>
              </a:ext>
            </a:extLst>
          </p:cNvPr>
          <p:cNvSpPr/>
          <p:nvPr/>
        </p:nvSpPr>
        <p:spPr>
          <a:xfrm>
            <a:off x="8533190" y="796413"/>
            <a:ext cx="2764074" cy="2316112"/>
          </a:xfrm>
          <a:prstGeom prst="ellipse">
            <a:avLst/>
          </a:prstGeom>
          <a:solidFill>
            <a:schemeClr val="bg1"/>
          </a:solidFill>
          <a:ln>
            <a:solidFill>
              <a:srgbClr val="0031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49DFB74-5AF6-46A1-AB1D-E5D13E2077CE}"/>
              </a:ext>
            </a:extLst>
          </p:cNvPr>
          <p:cNvSpPr/>
          <p:nvPr/>
        </p:nvSpPr>
        <p:spPr>
          <a:xfrm>
            <a:off x="8721216" y="1002892"/>
            <a:ext cx="2369571" cy="1939412"/>
          </a:xfrm>
          <a:prstGeom prst="ellipse">
            <a:avLst/>
          </a:prstGeom>
          <a:solidFill>
            <a:srgbClr val="EE9806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D30D9F-D147-4FFD-9817-6645F5DCAB82}"/>
              </a:ext>
            </a:extLst>
          </p:cNvPr>
          <p:cNvSpPr/>
          <p:nvPr/>
        </p:nvSpPr>
        <p:spPr>
          <a:xfrm>
            <a:off x="12010106" y="2002095"/>
            <a:ext cx="2369571" cy="1939412"/>
          </a:xfrm>
          <a:prstGeom prst="ellipse">
            <a:avLst/>
          </a:prstGeom>
          <a:solidFill>
            <a:srgbClr val="EE9806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E7FA0E3-1B64-4E6A-B22F-0C52DE7939B9}"/>
              </a:ext>
            </a:extLst>
          </p:cNvPr>
          <p:cNvSpPr/>
          <p:nvPr/>
        </p:nvSpPr>
        <p:spPr>
          <a:xfrm>
            <a:off x="12870429" y="4758815"/>
            <a:ext cx="2369571" cy="1939412"/>
          </a:xfrm>
          <a:prstGeom prst="ellipse">
            <a:avLst/>
          </a:prstGeom>
          <a:solidFill>
            <a:srgbClr val="EE9806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7FE5A4C-C0D5-48A6-A76C-2554D237C66A}"/>
              </a:ext>
            </a:extLst>
          </p:cNvPr>
          <p:cNvSpPr/>
          <p:nvPr/>
        </p:nvSpPr>
        <p:spPr>
          <a:xfrm>
            <a:off x="11341517" y="7139447"/>
            <a:ext cx="2369571" cy="1939412"/>
          </a:xfrm>
          <a:prstGeom prst="ellipse">
            <a:avLst/>
          </a:prstGeom>
          <a:solidFill>
            <a:srgbClr val="EE9806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27532B5-45D3-43FA-BCEB-98F163924EF7}"/>
              </a:ext>
            </a:extLst>
          </p:cNvPr>
          <p:cNvSpPr/>
          <p:nvPr/>
        </p:nvSpPr>
        <p:spPr>
          <a:xfrm>
            <a:off x="8106702" y="7698658"/>
            <a:ext cx="2369571" cy="1939412"/>
          </a:xfrm>
          <a:prstGeom prst="ellipse">
            <a:avLst/>
          </a:prstGeom>
          <a:solidFill>
            <a:srgbClr val="EE9806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8DCE10F-358E-471B-B5B0-195AE5335387}"/>
              </a:ext>
            </a:extLst>
          </p:cNvPr>
          <p:cNvSpPr/>
          <p:nvPr/>
        </p:nvSpPr>
        <p:spPr>
          <a:xfrm>
            <a:off x="4727507" y="7543801"/>
            <a:ext cx="2369571" cy="1939412"/>
          </a:xfrm>
          <a:prstGeom prst="ellipse">
            <a:avLst/>
          </a:prstGeom>
          <a:solidFill>
            <a:srgbClr val="EE9806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9C45270-9AE0-4E31-8B24-0DAC26A113B6}"/>
              </a:ext>
            </a:extLst>
          </p:cNvPr>
          <p:cNvSpPr/>
          <p:nvPr/>
        </p:nvSpPr>
        <p:spPr>
          <a:xfrm>
            <a:off x="2511593" y="5604389"/>
            <a:ext cx="2369571" cy="1939412"/>
          </a:xfrm>
          <a:prstGeom prst="ellipse">
            <a:avLst/>
          </a:prstGeom>
          <a:solidFill>
            <a:srgbClr val="EE9806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160C713-77E0-4306-B18C-9E2EE67702CC}"/>
              </a:ext>
            </a:extLst>
          </p:cNvPr>
          <p:cNvSpPr/>
          <p:nvPr/>
        </p:nvSpPr>
        <p:spPr>
          <a:xfrm>
            <a:off x="2709845" y="2931699"/>
            <a:ext cx="2369571" cy="1939412"/>
          </a:xfrm>
          <a:prstGeom prst="ellipse">
            <a:avLst/>
          </a:prstGeom>
          <a:solidFill>
            <a:srgbClr val="FFC000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1272E8D-A764-4473-9C47-F093E1968AD7}"/>
              </a:ext>
            </a:extLst>
          </p:cNvPr>
          <p:cNvSpPr/>
          <p:nvPr/>
        </p:nvSpPr>
        <p:spPr>
          <a:xfrm>
            <a:off x="5249223" y="1035148"/>
            <a:ext cx="2369571" cy="1939412"/>
          </a:xfrm>
          <a:prstGeom prst="ellipse">
            <a:avLst/>
          </a:prstGeom>
          <a:solidFill>
            <a:srgbClr val="EE9806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694A69E-5AB6-4E9E-89B5-E8358AD78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832" y="1200322"/>
            <a:ext cx="2161848" cy="1697736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  <a:effectLst>
            <a:softEdge rad="112500"/>
          </a:effec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DDE53D1E-C95C-4227-B5D1-14C3DF0E7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5413" y="2254804"/>
            <a:ext cx="2247284" cy="1627945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7A057F1-1FD1-4B55-BD72-313510323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589" y="2915875"/>
            <a:ext cx="2469055" cy="19725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78C9D57-A207-4B57-884A-2591F1A87A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2436" y="5674673"/>
            <a:ext cx="2071430" cy="179884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BC38639-6EB1-40FA-9D6C-9C5B41FBB5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70429" y="4695994"/>
            <a:ext cx="2369572" cy="175258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0BB4F906-00A0-4F44-8844-6D6D257E03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6206" y="7413194"/>
            <a:ext cx="2812171" cy="2182284"/>
          </a:xfrm>
          <a:prstGeom prst="rect">
            <a:avLst/>
          </a:prstGeom>
          <a:ln>
            <a:noFill/>
          </a:ln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3F07039A-34AD-4B22-B812-57502C331A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6702" y="7698658"/>
            <a:ext cx="2424145" cy="198407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A42DA8B3-E787-4B63-82A1-B8AF8F25D7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16678" y="7039899"/>
            <a:ext cx="2120166" cy="2007405"/>
          </a:xfrm>
          <a:prstGeom prst="rect">
            <a:avLst/>
          </a:prstGeom>
          <a:ln>
            <a:noFill/>
          </a:ln>
        </p:spPr>
      </p:pic>
      <p:sp>
        <p:nvSpPr>
          <p:cNvPr id="89" name="Oval 88">
            <a:extLst>
              <a:ext uri="{FF2B5EF4-FFF2-40B4-BE49-F238E27FC236}">
                <a16:creationId xmlns:a16="http://schemas.microsoft.com/office/drawing/2014/main" id="{07F416B9-B6B2-4202-99DE-ABA7D94A040C}"/>
              </a:ext>
            </a:extLst>
          </p:cNvPr>
          <p:cNvSpPr/>
          <p:nvPr/>
        </p:nvSpPr>
        <p:spPr>
          <a:xfrm>
            <a:off x="8778863" y="1064646"/>
            <a:ext cx="2252930" cy="1837190"/>
          </a:xfrm>
          <a:prstGeom prst="ellipse">
            <a:avLst/>
          </a:prstGeom>
          <a:solidFill>
            <a:schemeClr val="bg1"/>
          </a:solidFill>
          <a:ln>
            <a:solidFill>
              <a:srgbClr val="EE98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A089C66D-19D4-4313-A49B-9473AE3FFE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7825" y="1432980"/>
            <a:ext cx="2063976" cy="11332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BBF50F-8A96-47A4-BC12-F6BDA1134E00}"/>
              </a:ext>
            </a:extLst>
          </p:cNvPr>
          <p:cNvSpPr txBox="1"/>
          <p:nvPr/>
        </p:nvSpPr>
        <p:spPr>
          <a:xfrm>
            <a:off x="5074367" y="8770192"/>
            <a:ext cx="1680394" cy="369332"/>
          </a:xfrm>
          <a:prstGeom prst="rect">
            <a:avLst/>
          </a:prstGeom>
          <a:solidFill>
            <a:srgbClr val="00315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E- COMMERCE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0E9A30-36C7-4E4D-87C0-B3677C5B44C5}"/>
              </a:ext>
            </a:extLst>
          </p:cNvPr>
          <p:cNvSpPr txBox="1"/>
          <p:nvPr/>
        </p:nvSpPr>
        <p:spPr>
          <a:xfrm>
            <a:off x="4944363" y="9798135"/>
            <a:ext cx="85793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ts val="200"/>
              </a:spcBef>
              <a:buClr>
                <a:srgbClr val="637AB0"/>
              </a:buClr>
              <a:buSzPct val="100000"/>
            </a:pP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Educational Games &amp; Flash Card  based Assessment </a:t>
            </a:r>
          </a:p>
          <a:p>
            <a:endParaRPr lang="en-US" dirty="0">
              <a:solidFill>
                <a:srgbClr val="003153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59D2C-525B-4831-9FBC-5580293DDCCB}"/>
              </a:ext>
            </a:extLst>
          </p:cNvPr>
          <p:cNvSpPr/>
          <p:nvPr/>
        </p:nvSpPr>
        <p:spPr>
          <a:xfrm>
            <a:off x="14230381" y="8144175"/>
            <a:ext cx="230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  <a:buClr>
                <a:srgbClr val="637AB0"/>
              </a:buClr>
              <a:buSzPct val="100000"/>
            </a:pP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Integrations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9CD0DAD-9A8F-43FC-A371-3499C030FA49}"/>
              </a:ext>
            </a:extLst>
          </p:cNvPr>
          <p:cNvSpPr txBox="1"/>
          <p:nvPr/>
        </p:nvSpPr>
        <p:spPr>
          <a:xfrm>
            <a:off x="15470450" y="5572288"/>
            <a:ext cx="22180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9461" lvl="0">
              <a:spcBef>
                <a:spcPts val="200"/>
              </a:spcBef>
              <a:buClr>
                <a:srgbClr val="637AB0"/>
              </a:buClr>
              <a:buSzPct val="100000"/>
            </a:pP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Multi-Tenant</a:t>
            </a:r>
          </a:p>
          <a:p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8AB26C-9C4D-4A24-AEB3-1667C8326B74}"/>
              </a:ext>
            </a:extLst>
          </p:cNvPr>
          <p:cNvSpPr txBox="1"/>
          <p:nvPr/>
        </p:nvSpPr>
        <p:spPr>
          <a:xfrm>
            <a:off x="203149" y="6144229"/>
            <a:ext cx="19625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buClr>
                <a:srgbClr val="637AB0"/>
              </a:buClr>
              <a:buSzPct val="100000"/>
            </a:pP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Smart Video Authoring</a:t>
            </a:r>
          </a:p>
          <a:p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7B37427-E3AD-4D6E-9A23-CC5C639D9110}"/>
              </a:ext>
            </a:extLst>
          </p:cNvPr>
          <p:cNvSpPr txBox="1"/>
          <p:nvPr/>
        </p:nvSpPr>
        <p:spPr>
          <a:xfrm>
            <a:off x="2297586" y="8299032"/>
            <a:ext cx="23619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buClr>
                <a:srgbClr val="637AB0"/>
              </a:buClr>
              <a:buSzPct val="100000"/>
            </a:pP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E-Commerce</a:t>
            </a:r>
          </a:p>
          <a:p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780642F-7E37-4FDD-8FE2-B4CFDD8478C4}"/>
              </a:ext>
            </a:extLst>
          </p:cNvPr>
          <p:cNvSpPr txBox="1"/>
          <p:nvPr/>
        </p:nvSpPr>
        <p:spPr>
          <a:xfrm>
            <a:off x="84775" y="3542678"/>
            <a:ext cx="22180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200"/>
              </a:spcBef>
              <a:buClr>
                <a:srgbClr val="637AB0"/>
              </a:buClr>
              <a:buSzPct val="100000"/>
            </a:pP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VR Authoring</a:t>
            </a:r>
          </a:p>
          <a:p>
            <a:endParaRPr 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4D80C33-6EF6-4B61-87CC-648BF413144A}"/>
              </a:ext>
            </a:extLst>
          </p:cNvPr>
          <p:cNvSpPr txBox="1"/>
          <p:nvPr/>
        </p:nvSpPr>
        <p:spPr>
          <a:xfrm>
            <a:off x="14630342" y="2486902"/>
            <a:ext cx="29834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9461" lvl="0" indent="0" algn="ctr">
              <a:lnSpc>
                <a:spcPct val="100000"/>
              </a:lnSpc>
              <a:spcBef>
                <a:spcPts val="200"/>
              </a:spcBef>
              <a:buClr>
                <a:srgbClr val="637AB0"/>
              </a:buClr>
              <a:buSzPct val="100000"/>
              <a:buNone/>
            </a:pPr>
            <a:r>
              <a:rPr lang="en-US" sz="2400" b="1" dirty="0">
                <a:solidFill>
                  <a:srgbClr val="003153"/>
                </a:solidFill>
                <a:latin typeface="Proxima Nova"/>
                <a:ea typeface="Proxima Nova"/>
                <a:cs typeface="Proxima Nova"/>
                <a:sym typeface="Proxima Nova"/>
              </a:rPr>
              <a:t>Ease of </a:t>
            </a: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Administration</a:t>
            </a:r>
          </a:p>
          <a:p>
            <a:pPr algn="ctr"/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FD43E13-E2F6-4486-898E-5B4FFCDC8DF9}"/>
              </a:ext>
            </a:extLst>
          </p:cNvPr>
          <p:cNvSpPr txBox="1"/>
          <p:nvPr/>
        </p:nvSpPr>
        <p:spPr>
          <a:xfrm>
            <a:off x="11246366" y="1135113"/>
            <a:ext cx="3520240" cy="733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200"/>
              </a:spcBef>
              <a:buClr>
                <a:srgbClr val="637AB0"/>
              </a:buClr>
              <a:buSzPct val="100000"/>
            </a:pP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Advance Gamification</a:t>
            </a:r>
          </a:p>
          <a:p>
            <a:endParaRPr 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E32F4E4-6072-4135-A955-29BAAD53CEE1}"/>
              </a:ext>
            </a:extLst>
          </p:cNvPr>
          <p:cNvSpPr txBox="1"/>
          <p:nvPr/>
        </p:nvSpPr>
        <p:spPr>
          <a:xfrm>
            <a:off x="1386178" y="1406862"/>
            <a:ext cx="33962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3153"/>
                </a:solidFill>
                <a:latin typeface="Proxima Nova"/>
                <a:ea typeface="Proxima Nova"/>
                <a:cs typeface="Proxima Nova"/>
                <a:sym typeface="Proxima Nova"/>
              </a:rPr>
              <a:t>End user Ease of </a:t>
            </a:r>
            <a:r>
              <a:rPr lang="en-US" sz="2400" b="1" dirty="0">
                <a:solidFill>
                  <a:srgbClr val="003153"/>
                </a:solidFill>
                <a:latin typeface="Proxima Nova"/>
                <a:cs typeface="Proxima Nova"/>
                <a:sym typeface="Proxima Nova"/>
              </a:rPr>
              <a:t>Use</a:t>
            </a:r>
          </a:p>
          <a:p>
            <a:endParaRPr lang="en-US" dirty="0"/>
          </a:p>
        </p:txBody>
      </p:sp>
      <p:sp>
        <p:nvSpPr>
          <p:cNvPr id="102" name="Google Shape;552;p19">
            <a:extLst>
              <a:ext uri="{FF2B5EF4-FFF2-40B4-BE49-F238E27FC236}">
                <a16:creationId xmlns:a16="http://schemas.microsoft.com/office/drawing/2014/main" id="{50D76DE1-DB5F-4F05-9E6D-E7587968E9F0}"/>
              </a:ext>
            </a:extLst>
          </p:cNvPr>
          <p:cNvSpPr txBox="1"/>
          <p:nvPr/>
        </p:nvSpPr>
        <p:spPr>
          <a:xfrm>
            <a:off x="7549695" y="158478"/>
            <a:ext cx="318861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" sz="3200" b="1">
                <a:solidFill>
                  <a:srgbClr val="EE9806"/>
                </a:solidFill>
                <a:latin typeface="Proxima Nova"/>
                <a:ea typeface="Proxima Nova"/>
                <a:cs typeface="Proxima Nova"/>
                <a:sym typeface="Proxima Nova"/>
              </a:rPr>
              <a:t>Why RAP LMS?</a:t>
            </a:r>
            <a:endParaRPr lang="en-US" sz="3200" dirty="0">
              <a:solidFill>
                <a:srgbClr val="EE9806"/>
              </a:solidFill>
            </a:endParaRPr>
          </a:p>
        </p:txBody>
      </p:sp>
      <p:sp>
        <p:nvSpPr>
          <p:cNvPr id="105" name="Google Shape;552;p19">
            <a:extLst>
              <a:ext uri="{FF2B5EF4-FFF2-40B4-BE49-F238E27FC236}">
                <a16:creationId xmlns:a16="http://schemas.microsoft.com/office/drawing/2014/main" id="{0CE1E837-1CEC-45D2-B640-8958BED4ABC5}"/>
              </a:ext>
            </a:extLst>
          </p:cNvPr>
          <p:cNvSpPr txBox="1"/>
          <p:nvPr/>
        </p:nvSpPr>
        <p:spPr>
          <a:xfrm>
            <a:off x="8614885" y="4137560"/>
            <a:ext cx="267469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" sz="2400" b="1" dirty="0">
                <a:solidFill>
                  <a:srgbClr val="003153"/>
                </a:solidFill>
                <a:latin typeface="Proxima Nova"/>
                <a:ea typeface="Proxima Nova"/>
                <a:cs typeface="Proxima Nova"/>
                <a:sym typeface="Proxima Nova"/>
              </a:rPr>
              <a:t>Why </a:t>
            </a:r>
          </a:p>
          <a:p>
            <a:pPr algn="ctr">
              <a:lnSpc>
                <a:spcPct val="120000"/>
              </a:lnSpc>
            </a:pPr>
            <a:r>
              <a:rPr lang="en" sz="2400" b="1" dirty="0">
                <a:solidFill>
                  <a:srgbClr val="003153"/>
                </a:solidFill>
                <a:latin typeface="Proxima Nova"/>
                <a:ea typeface="Proxima Nova"/>
                <a:cs typeface="Proxima Nova"/>
                <a:sym typeface="Proxima Nova"/>
              </a:rPr>
              <a:t>RAP LMS?</a:t>
            </a:r>
            <a:endParaRPr lang="en-US" sz="2400" dirty="0">
              <a:solidFill>
                <a:srgbClr val="003153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1CCBDD-89F3-4D89-8322-69799C7EA2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1754" y="3599823"/>
            <a:ext cx="4936749" cy="354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739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7D21B-8B62-42DE-AE3C-9C774A56F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8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A7B6AF-B744-49C5-967A-AD80E2237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9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11B7D4-0A6E-43D0-B6C9-BEFE04466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16" y="8490"/>
            <a:ext cx="18299816" cy="102785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1C7B08-DA8D-4683-955C-AD9F85166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894" y="8490"/>
            <a:ext cx="1455021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60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119CF3B9-5DEF-4FE7-BE44-476B867D0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816" y="8490"/>
            <a:ext cx="18299816" cy="10278510"/>
          </a:xfrm>
          <a:prstGeom prst="rect">
            <a:avLst/>
          </a:prstGeom>
        </p:spPr>
      </p:pic>
      <p:sp>
        <p:nvSpPr>
          <p:cNvPr id="543" name="Google Shape;543;p19"/>
          <p:cNvSpPr/>
          <p:nvPr/>
        </p:nvSpPr>
        <p:spPr>
          <a:xfrm>
            <a:off x="2393982" y="3648210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9"/>
          <p:cNvSpPr/>
          <p:nvPr/>
        </p:nvSpPr>
        <p:spPr>
          <a:xfrm>
            <a:off x="6658851" y="3667044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5" name="Google Shape;545;p19"/>
          <p:cNvCxnSpPr/>
          <p:nvPr/>
        </p:nvCxnSpPr>
        <p:spPr>
          <a:xfrm>
            <a:off x="919469" y="3865081"/>
            <a:ext cx="10490055" cy="0"/>
          </a:xfrm>
          <a:prstGeom prst="straightConnector1">
            <a:avLst/>
          </a:prstGeom>
          <a:noFill/>
          <a:ln w="47625" cap="flat" cmpd="sng">
            <a:solidFill>
              <a:srgbClr val="00315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6" name="Google Shape;546;p19"/>
          <p:cNvCxnSpPr>
            <a:cxnSpLocks/>
          </p:cNvCxnSpPr>
          <p:nvPr/>
        </p:nvCxnSpPr>
        <p:spPr>
          <a:xfrm flipV="1">
            <a:off x="11411497" y="3824352"/>
            <a:ext cx="6259393" cy="47862"/>
          </a:xfrm>
          <a:prstGeom prst="straightConnector1">
            <a:avLst/>
          </a:prstGeom>
          <a:noFill/>
          <a:ln w="47625" cap="flat" cmpd="sng">
            <a:solidFill>
              <a:srgbClr val="00315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1" name="Google Shape;551;p19"/>
          <p:cNvSpPr/>
          <p:nvPr/>
        </p:nvSpPr>
        <p:spPr>
          <a:xfrm>
            <a:off x="11098521" y="3626726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9"/>
          <p:cNvSpPr txBox="1"/>
          <p:nvPr/>
        </p:nvSpPr>
        <p:spPr>
          <a:xfrm>
            <a:off x="1028700" y="224588"/>
            <a:ext cx="162306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en" sz="4800" b="1" dirty="0">
                <a:solidFill>
                  <a:srgbClr val="EE9806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Integration</a:t>
            </a:r>
            <a:endParaRPr sz="4800" dirty="0">
              <a:solidFill>
                <a:srgbClr val="EE9806"/>
              </a:solidFill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2321914" y="6508266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" name="Google Shape;545;p19">
            <a:extLst>
              <a:ext uri="{FF2B5EF4-FFF2-40B4-BE49-F238E27FC236}">
                <a16:creationId xmlns:a16="http://schemas.microsoft.com/office/drawing/2014/main" id="{435E9451-527D-4ABF-AEDF-DEB9FC19E050}"/>
              </a:ext>
            </a:extLst>
          </p:cNvPr>
          <p:cNvCxnSpPr/>
          <p:nvPr/>
        </p:nvCxnSpPr>
        <p:spPr>
          <a:xfrm>
            <a:off x="853705" y="6735002"/>
            <a:ext cx="10490055" cy="0"/>
          </a:xfrm>
          <a:prstGeom prst="straightConnector1">
            <a:avLst/>
          </a:prstGeom>
          <a:noFill/>
          <a:ln w="47625" cap="flat" cmpd="sng">
            <a:solidFill>
              <a:srgbClr val="00315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545;p19">
            <a:extLst>
              <a:ext uri="{FF2B5EF4-FFF2-40B4-BE49-F238E27FC236}">
                <a16:creationId xmlns:a16="http://schemas.microsoft.com/office/drawing/2014/main" id="{63AB0570-2A53-4D75-8D00-0DF4567E49CB}"/>
              </a:ext>
            </a:extLst>
          </p:cNvPr>
          <p:cNvCxnSpPr/>
          <p:nvPr/>
        </p:nvCxnSpPr>
        <p:spPr>
          <a:xfrm>
            <a:off x="680427" y="9482935"/>
            <a:ext cx="10490055" cy="0"/>
          </a:xfrm>
          <a:prstGeom prst="straightConnector1">
            <a:avLst/>
          </a:prstGeom>
          <a:noFill/>
          <a:ln w="47625" cap="flat" cmpd="sng">
            <a:solidFill>
              <a:srgbClr val="00315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551;p19">
            <a:extLst>
              <a:ext uri="{FF2B5EF4-FFF2-40B4-BE49-F238E27FC236}">
                <a16:creationId xmlns:a16="http://schemas.microsoft.com/office/drawing/2014/main" id="{1A58457B-B098-4E8E-A77B-3CC164FBB6A7}"/>
              </a:ext>
            </a:extLst>
          </p:cNvPr>
          <p:cNvSpPr/>
          <p:nvPr/>
        </p:nvSpPr>
        <p:spPr>
          <a:xfrm rot="11468042">
            <a:off x="2291100" y="9314726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" name="Google Shape;546;p19">
            <a:extLst>
              <a:ext uri="{FF2B5EF4-FFF2-40B4-BE49-F238E27FC236}">
                <a16:creationId xmlns:a16="http://schemas.microsoft.com/office/drawing/2014/main" id="{393C6A70-22B3-4AE6-98A1-4F3B7497562A}"/>
              </a:ext>
            </a:extLst>
          </p:cNvPr>
          <p:cNvCxnSpPr>
            <a:cxnSpLocks/>
          </p:cNvCxnSpPr>
          <p:nvPr/>
        </p:nvCxnSpPr>
        <p:spPr>
          <a:xfrm flipV="1">
            <a:off x="11275329" y="6660000"/>
            <a:ext cx="6259393" cy="47862"/>
          </a:xfrm>
          <a:prstGeom prst="straightConnector1">
            <a:avLst/>
          </a:prstGeom>
          <a:noFill/>
          <a:ln w="47625" cap="flat" cmpd="sng">
            <a:solidFill>
              <a:srgbClr val="00315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546;p19">
            <a:extLst>
              <a:ext uri="{FF2B5EF4-FFF2-40B4-BE49-F238E27FC236}">
                <a16:creationId xmlns:a16="http://schemas.microsoft.com/office/drawing/2014/main" id="{C702A95D-8AA7-4E76-9D42-2C08A7747D09}"/>
              </a:ext>
            </a:extLst>
          </p:cNvPr>
          <p:cNvCxnSpPr>
            <a:cxnSpLocks/>
          </p:cNvCxnSpPr>
          <p:nvPr/>
        </p:nvCxnSpPr>
        <p:spPr>
          <a:xfrm flipV="1">
            <a:off x="11169022" y="9434112"/>
            <a:ext cx="6259393" cy="47862"/>
          </a:xfrm>
          <a:prstGeom prst="straightConnector1">
            <a:avLst/>
          </a:prstGeom>
          <a:noFill/>
          <a:ln w="47625" cap="flat" cmpd="sng">
            <a:solidFill>
              <a:srgbClr val="00315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551;p19">
            <a:extLst>
              <a:ext uri="{FF2B5EF4-FFF2-40B4-BE49-F238E27FC236}">
                <a16:creationId xmlns:a16="http://schemas.microsoft.com/office/drawing/2014/main" id="{D529B8D4-2A7B-423C-8343-E7D9E5B2FE10}"/>
              </a:ext>
            </a:extLst>
          </p:cNvPr>
          <p:cNvSpPr/>
          <p:nvPr/>
        </p:nvSpPr>
        <p:spPr>
          <a:xfrm rot="11468042">
            <a:off x="6668910" y="6528308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551;p19">
            <a:extLst>
              <a:ext uri="{FF2B5EF4-FFF2-40B4-BE49-F238E27FC236}">
                <a16:creationId xmlns:a16="http://schemas.microsoft.com/office/drawing/2014/main" id="{81AC7953-8925-4D97-998F-E0D12457FC1C}"/>
              </a:ext>
            </a:extLst>
          </p:cNvPr>
          <p:cNvSpPr/>
          <p:nvPr/>
        </p:nvSpPr>
        <p:spPr>
          <a:xfrm rot="11468042">
            <a:off x="11025093" y="6543355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551;p19">
            <a:extLst>
              <a:ext uri="{FF2B5EF4-FFF2-40B4-BE49-F238E27FC236}">
                <a16:creationId xmlns:a16="http://schemas.microsoft.com/office/drawing/2014/main" id="{7D26DB2C-5402-4FD1-8C32-D01DC1285376}"/>
              </a:ext>
            </a:extLst>
          </p:cNvPr>
          <p:cNvSpPr/>
          <p:nvPr/>
        </p:nvSpPr>
        <p:spPr>
          <a:xfrm rot="11468042">
            <a:off x="15320946" y="6498441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551;p19">
            <a:extLst>
              <a:ext uri="{FF2B5EF4-FFF2-40B4-BE49-F238E27FC236}">
                <a16:creationId xmlns:a16="http://schemas.microsoft.com/office/drawing/2014/main" id="{645D3F55-6041-42D6-96F8-69BC70F4D091}"/>
              </a:ext>
            </a:extLst>
          </p:cNvPr>
          <p:cNvSpPr/>
          <p:nvPr/>
        </p:nvSpPr>
        <p:spPr>
          <a:xfrm rot="11468042">
            <a:off x="6585956" y="9331320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551;p19">
            <a:extLst>
              <a:ext uri="{FF2B5EF4-FFF2-40B4-BE49-F238E27FC236}">
                <a16:creationId xmlns:a16="http://schemas.microsoft.com/office/drawing/2014/main" id="{6490452D-9A16-449C-97BE-3888A2034D12}"/>
              </a:ext>
            </a:extLst>
          </p:cNvPr>
          <p:cNvSpPr/>
          <p:nvPr/>
        </p:nvSpPr>
        <p:spPr>
          <a:xfrm rot="11468042">
            <a:off x="11067707" y="9281235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551;p19">
            <a:extLst>
              <a:ext uri="{FF2B5EF4-FFF2-40B4-BE49-F238E27FC236}">
                <a16:creationId xmlns:a16="http://schemas.microsoft.com/office/drawing/2014/main" id="{377CBA00-FE33-43AF-B414-D6643F5D185C}"/>
              </a:ext>
            </a:extLst>
          </p:cNvPr>
          <p:cNvSpPr/>
          <p:nvPr/>
        </p:nvSpPr>
        <p:spPr>
          <a:xfrm rot="11468042">
            <a:off x="15267800" y="9281234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8E2EDB-4ACA-47FA-9B2C-8083B1B32BDA}"/>
              </a:ext>
            </a:extLst>
          </p:cNvPr>
          <p:cNvSpPr/>
          <p:nvPr/>
        </p:nvSpPr>
        <p:spPr>
          <a:xfrm>
            <a:off x="958138" y="1330334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997CED21-1153-4064-AE89-EB8D6DAF15D6}"/>
              </a:ext>
            </a:extLst>
          </p:cNvPr>
          <p:cNvSpPr/>
          <p:nvPr/>
        </p:nvSpPr>
        <p:spPr>
          <a:xfrm>
            <a:off x="5090860" y="1325189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B57F2F-4971-4DC0-98D6-B7887AD76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7" y="1574334"/>
            <a:ext cx="3120646" cy="1639869"/>
          </a:xfrm>
          <a:prstGeom prst="rect">
            <a:avLst/>
          </a:prstGeom>
        </p:spPr>
      </p:pic>
      <p:pic>
        <p:nvPicPr>
          <p:cNvPr id="102" name="Google Shape;257;p32">
            <a:extLst>
              <a:ext uri="{FF2B5EF4-FFF2-40B4-BE49-F238E27FC236}">
                <a16:creationId xmlns:a16="http://schemas.microsoft.com/office/drawing/2014/main" id="{7FF001CD-052C-4266-8054-6E17852F0A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3823" y="1403614"/>
            <a:ext cx="2875467" cy="17898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68BBA81-366A-40C0-B3E7-D308EB147454}"/>
              </a:ext>
            </a:extLst>
          </p:cNvPr>
          <p:cNvSpPr/>
          <p:nvPr/>
        </p:nvSpPr>
        <p:spPr>
          <a:xfrm>
            <a:off x="9223582" y="1338243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Google Shape;551;p19">
            <a:extLst>
              <a:ext uri="{FF2B5EF4-FFF2-40B4-BE49-F238E27FC236}">
                <a16:creationId xmlns:a16="http://schemas.microsoft.com/office/drawing/2014/main" id="{083FF5AA-EEFD-4D2B-AF29-7579C0BF9FE4}"/>
              </a:ext>
            </a:extLst>
          </p:cNvPr>
          <p:cNvSpPr/>
          <p:nvPr/>
        </p:nvSpPr>
        <p:spPr>
          <a:xfrm rot="11468042">
            <a:off x="15236417" y="3651398"/>
            <a:ext cx="353616" cy="353616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31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71E3F4F3-E275-4129-A0E4-3C1A08C0E7AD}"/>
              </a:ext>
            </a:extLst>
          </p:cNvPr>
          <p:cNvSpPr/>
          <p:nvPr/>
        </p:nvSpPr>
        <p:spPr>
          <a:xfrm>
            <a:off x="13519436" y="1338242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455AEFC2-7CD0-47AF-9A93-6F14B629F941}"/>
              </a:ext>
            </a:extLst>
          </p:cNvPr>
          <p:cNvSpPr/>
          <p:nvPr/>
        </p:nvSpPr>
        <p:spPr>
          <a:xfrm>
            <a:off x="976900" y="4234650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4454D968-EFBC-4CCE-BBCE-CEF79CCC05CF}"/>
              </a:ext>
            </a:extLst>
          </p:cNvPr>
          <p:cNvSpPr/>
          <p:nvPr/>
        </p:nvSpPr>
        <p:spPr>
          <a:xfrm>
            <a:off x="4992066" y="4330986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8C6BD535-FD18-41C1-A5F2-4B4478C18AD3}"/>
              </a:ext>
            </a:extLst>
          </p:cNvPr>
          <p:cNvSpPr/>
          <p:nvPr/>
        </p:nvSpPr>
        <p:spPr>
          <a:xfrm>
            <a:off x="9327823" y="4234649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0BDE495-4A1D-4273-9FFF-C91968AF8685}"/>
              </a:ext>
            </a:extLst>
          </p:cNvPr>
          <p:cNvSpPr/>
          <p:nvPr/>
        </p:nvSpPr>
        <p:spPr>
          <a:xfrm>
            <a:off x="13519433" y="4193419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DFDBF8F-689E-4001-ACB5-8B56BAD017B0}"/>
              </a:ext>
            </a:extLst>
          </p:cNvPr>
          <p:cNvSpPr/>
          <p:nvPr/>
        </p:nvSpPr>
        <p:spPr>
          <a:xfrm>
            <a:off x="815641" y="7031643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D6EDB70-5051-4D59-8B16-068C96E55ABB}"/>
              </a:ext>
            </a:extLst>
          </p:cNvPr>
          <p:cNvSpPr/>
          <p:nvPr/>
        </p:nvSpPr>
        <p:spPr>
          <a:xfrm>
            <a:off x="4992066" y="7030887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802B9A13-D083-4FC4-8225-672C8ADFEB49}"/>
              </a:ext>
            </a:extLst>
          </p:cNvPr>
          <p:cNvSpPr/>
          <p:nvPr/>
        </p:nvSpPr>
        <p:spPr>
          <a:xfrm>
            <a:off x="9349102" y="7054799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3086989-F800-4530-B4BE-5C8126786A07}"/>
              </a:ext>
            </a:extLst>
          </p:cNvPr>
          <p:cNvSpPr/>
          <p:nvPr/>
        </p:nvSpPr>
        <p:spPr>
          <a:xfrm>
            <a:off x="13519432" y="7054798"/>
            <a:ext cx="3541395" cy="20879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4" name="Google Shape;258;p32">
            <a:extLst>
              <a:ext uri="{FF2B5EF4-FFF2-40B4-BE49-F238E27FC236}">
                <a16:creationId xmlns:a16="http://schemas.microsoft.com/office/drawing/2014/main" id="{A81C272B-B3BB-4DAE-B6AE-FFD2A7064BF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2844" y="1561036"/>
            <a:ext cx="2213504" cy="1678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265;p32">
            <a:extLst>
              <a:ext uri="{FF2B5EF4-FFF2-40B4-BE49-F238E27FC236}">
                <a16:creationId xmlns:a16="http://schemas.microsoft.com/office/drawing/2014/main" id="{5A375520-ACA5-4458-BC9A-3ABCA75C7BD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927551" y="1733008"/>
            <a:ext cx="2556101" cy="136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261;p32">
            <a:extLst>
              <a:ext uri="{FF2B5EF4-FFF2-40B4-BE49-F238E27FC236}">
                <a16:creationId xmlns:a16="http://schemas.microsoft.com/office/drawing/2014/main" id="{7D4BCDFF-BD84-48D2-B54C-E63FD293FFCA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530" y="4642194"/>
            <a:ext cx="4203724" cy="155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260;p32">
            <a:extLst>
              <a:ext uri="{FF2B5EF4-FFF2-40B4-BE49-F238E27FC236}">
                <a16:creationId xmlns:a16="http://schemas.microsoft.com/office/drawing/2014/main" id="{7A448C09-F63E-4724-814D-B2F1B49256F6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06255" y="4557966"/>
            <a:ext cx="3063680" cy="1756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259;p32">
            <a:extLst>
              <a:ext uri="{FF2B5EF4-FFF2-40B4-BE49-F238E27FC236}">
                <a16:creationId xmlns:a16="http://schemas.microsoft.com/office/drawing/2014/main" id="{57360749-58FA-4CFB-8D60-196084AB90C7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636782" y="4664189"/>
            <a:ext cx="2993065" cy="1524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266;p32">
            <a:extLst>
              <a:ext uri="{FF2B5EF4-FFF2-40B4-BE49-F238E27FC236}">
                <a16:creationId xmlns:a16="http://schemas.microsoft.com/office/drawing/2014/main" id="{C6AA8433-6B82-4FDD-ABDA-5D35EE624241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655383" y="4330476"/>
            <a:ext cx="3353199" cy="1749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262;p32">
            <a:extLst>
              <a:ext uri="{FF2B5EF4-FFF2-40B4-BE49-F238E27FC236}">
                <a16:creationId xmlns:a16="http://schemas.microsoft.com/office/drawing/2014/main" id="{54F3580E-2F2C-4CA5-B99D-F05D74AD6C3E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58138" y="7355277"/>
            <a:ext cx="3140668" cy="1640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263;p32">
            <a:extLst>
              <a:ext uri="{FF2B5EF4-FFF2-40B4-BE49-F238E27FC236}">
                <a16:creationId xmlns:a16="http://schemas.microsoft.com/office/drawing/2014/main" id="{74EF166A-FE1F-41D4-9BE8-7F1DAD8E5167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72677" y="7186098"/>
            <a:ext cx="3063680" cy="190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264;p32">
            <a:extLst>
              <a:ext uri="{FF2B5EF4-FFF2-40B4-BE49-F238E27FC236}">
                <a16:creationId xmlns:a16="http://schemas.microsoft.com/office/drawing/2014/main" id="{4F800474-BAFA-4A28-8739-9CA34608189B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933713" y="7272443"/>
            <a:ext cx="2484240" cy="1676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267;p32">
            <a:extLst>
              <a:ext uri="{FF2B5EF4-FFF2-40B4-BE49-F238E27FC236}">
                <a16:creationId xmlns:a16="http://schemas.microsoft.com/office/drawing/2014/main" id="{E1727F27-BCB5-4D04-8D9A-82984E4874B4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4357691" y="7541948"/>
            <a:ext cx="1864880" cy="12551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A42C1A-C39A-4390-AA9A-0F46C4E0C01F}"/>
              </a:ext>
            </a:extLst>
          </p:cNvPr>
          <p:cNvSpPr txBox="1"/>
          <p:nvPr/>
        </p:nvSpPr>
        <p:spPr>
          <a:xfrm>
            <a:off x="16002348" y="9715751"/>
            <a:ext cx="2492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3153"/>
                </a:solidFill>
              </a:rPr>
              <a:t>Many more ...</a:t>
            </a:r>
          </a:p>
        </p:txBody>
      </p:sp>
    </p:spTree>
    <p:extLst>
      <p:ext uri="{BB962C8B-B14F-4D97-AF65-F5344CB8AC3E}">
        <p14:creationId xmlns:p14="http://schemas.microsoft.com/office/powerpoint/2010/main" val="283713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D7B8B1-FA1C-4883-B74E-0A6382FCF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58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1588</TotalTime>
  <Words>166</Words>
  <Application>Microsoft Office PowerPoint</Application>
  <PresentationFormat>Custom</PresentationFormat>
  <Paragraphs>25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Proxima Nova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</dc:creator>
  <cp:lastModifiedBy>ADMIN</cp:lastModifiedBy>
  <cp:revision>121</cp:revision>
  <dcterms:modified xsi:type="dcterms:W3CDTF">2024-09-30T05:58:30Z</dcterms:modified>
</cp:coreProperties>
</file>